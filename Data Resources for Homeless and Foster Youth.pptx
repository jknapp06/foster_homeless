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8F82-2921-14E2-8D9C-1DDCB6F19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C7B86-78F5-2813-75FD-6C77C4A5D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BE6F-FB95-07EC-7F13-DAAE2FD4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5D4A1-46C7-09B6-5B60-DCF4B58A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EA1A8-90C7-4B08-C691-37441DB1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9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2D2E-FCCC-52C4-FFEA-5A624A7C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D466-5144-FD0F-F5E1-12332B90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4D792-0336-176B-B0A6-22D70845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9D62-C32B-8A39-F9A4-70045CF4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886B8-ECDE-FF63-F547-9211C25A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1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6777-A670-DA04-584E-BC7B1E6C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B7061-3943-E0E1-2D50-464D524A4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8A9DA-181B-49AE-A20B-705A7FAB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2013-133B-5FED-99B6-2F00E01E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137E-BB93-BFE3-F8E3-A99ADB25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8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3138-F80E-CE99-22D6-F944A18E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28B0-273F-0E6C-F41E-254005D2C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2CE21-401E-186E-EB4B-531C948DC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BAF94-3ACD-8DAF-EA9B-2AF75467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8EB77-F48A-FAB9-4C94-F518372C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73F4A-204D-6B6D-5614-35A3740E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0062-F8D9-EAF4-FE4D-58A263E1F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C0938-E85D-CB42-FA35-77F11EE9D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0ECBF-C978-B45F-A04C-FB98B6FA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CEC91-11E7-0015-CAB5-98D8548A0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2D8EF-4E4E-B66A-B957-EB699078E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2BEF7-5DAE-B655-C351-62116922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9E34A-2A4F-A65F-A070-E6DBD592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E9069-A36C-C157-0E8D-224FF286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6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02A9-55E0-F1CC-D32D-11EFAF66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0DDD5-EC73-F943-F640-073832CD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9F264-DCD8-3BFD-F0CF-06D24745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6D900-56FE-A1D3-284A-FBDD422E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4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202AE-3496-7747-7B97-49DF9C0D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D9668-161C-46A5-E5EA-EB870C04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6B54B-F843-9A2D-E6C7-9683052F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4C30-1B32-D15D-EC8D-1BAF7796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BC97-4B90-98B0-A446-2D33D98A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D5EA1-EC25-5FAE-9F9C-5EEA43F83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0F639-F082-6ADE-B05B-F19F77A9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D03C4-DE3D-1CB1-57F8-5E0FC0D1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1AC2A-1233-041E-69EE-DA830401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7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28D1-E56F-EA85-26FC-E5E80473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8D5D9-5F4A-A5FD-07A3-34BFCFA2A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7F13C-5BA5-868C-666C-6B57A82A4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24413-24C0-6C13-7519-55FBF7D1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BD39C-D2D3-53B7-CBCB-4A0CF733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45B8A-0658-8DB2-F161-85B1C160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F79F-7268-95E0-CD59-0B349974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CA21F-D5E4-7913-D828-1CABF2752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13FCF-F87C-316D-BD98-3F1CA72D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3F8C-F22E-590C-F2AC-0AF353C0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87808-25FD-3970-8D40-CACE7867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0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BDE98-9C9F-D319-BA52-AA8860287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1ACB9-EA9F-565E-BB49-C30353C70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82C1A-8C64-573E-2530-1DF08601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DE87-F354-5E59-D1A0-A4EBBE48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834F-9335-C955-EB2C-FDB1F1EC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4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B2EAF4-47F9-66A0-E759-5F9EE67A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0F27-382C-F7AD-024B-6F2E449A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E74B-1D27-FA6E-362B-E88C1208D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0BFC0-7991-4950-8363-E0A9A823C653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7EE5D-C691-B9DA-B23E-644E0FDED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D2489-E2CA-9F7E-E5A8-4940EC3DF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CD7C9-77E2-4011-8308-2892D7A5C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2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DBC5-C795-68A1-9650-981679CE9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1F8B1-C025-27A4-88A1-68BE41CC5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Solano County Office of Education</a:t>
            </a:r>
          </a:p>
        </p:txBody>
      </p:sp>
    </p:spTree>
    <p:extLst>
      <p:ext uri="{BB962C8B-B14F-4D97-AF65-F5344CB8AC3E}">
        <p14:creationId xmlns:p14="http://schemas.microsoft.com/office/powerpoint/2010/main" val="79399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8591-EE64-031D-0820-0F2A67DD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is available!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EE96-D381-0697-1903-6315593F0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lots of resources to </a:t>
            </a:r>
            <a:r>
              <a:rPr lang="en-US"/>
              <a:t>understand </a:t>
            </a:r>
          </a:p>
        </p:txBody>
      </p:sp>
    </p:spTree>
    <p:extLst>
      <p:ext uri="{BB962C8B-B14F-4D97-AF65-F5344CB8AC3E}">
        <p14:creationId xmlns:p14="http://schemas.microsoft.com/office/powerpoint/2010/main" val="238572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E314-6F7E-19F9-EFA1-45B43669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C25D-3868-DA12-ECC2-A42E32A0C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7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626B845F4AF648BD434C35B2F1509C" ma:contentTypeVersion="16" ma:contentTypeDescription="Create a new document." ma:contentTypeScope="" ma:versionID="995a537bc32a14ea2702a97957295df1">
  <xsd:schema xmlns:xsd="http://www.w3.org/2001/XMLSchema" xmlns:xs="http://www.w3.org/2001/XMLSchema" xmlns:p="http://schemas.microsoft.com/office/2006/metadata/properties" xmlns:ns3="95191163-fb57-4e5c-9506-febe4a2450d4" xmlns:ns4="b431af73-7b3f-40d2-9588-43a2e82875fc" targetNamespace="http://schemas.microsoft.com/office/2006/metadata/properties" ma:root="true" ma:fieldsID="78ff372206d78bceeeb048df2f0ea4e7" ns3:_="" ns4:_="">
    <xsd:import namespace="95191163-fb57-4e5c-9506-febe4a2450d4"/>
    <xsd:import namespace="b431af73-7b3f-40d2-9588-43a2e82875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191163-fb57-4e5c-9506-febe4a2450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1af73-7b3f-40d2-9588-43a2e82875f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5191163-fb57-4e5c-9506-febe4a2450d4" xsi:nil="true"/>
  </documentManagement>
</p:properties>
</file>

<file path=customXml/itemProps1.xml><?xml version="1.0" encoding="utf-8"?>
<ds:datastoreItem xmlns:ds="http://schemas.openxmlformats.org/officeDocument/2006/customXml" ds:itemID="{7385E3A1-E083-4E58-839F-3CBE72DD14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191163-fb57-4e5c-9506-febe4a2450d4"/>
    <ds:schemaRef ds:uri="b431af73-7b3f-40d2-9588-43a2e82875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A5C66E-0D24-4B8D-B7F5-2E79B4040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114986-9E5A-4639-ADF7-E57BB307C45C}">
  <ds:schemaRefs>
    <ds:schemaRef ds:uri="b431af73-7b3f-40d2-9588-43a2e82875fc"/>
    <ds:schemaRef ds:uri="http://schemas.microsoft.com/office/2006/documentManagement/types"/>
    <ds:schemaRef ds:uri="95191163-fb57-4e5c-9506-febe4a2450d4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19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Data Resources</vt:lpstr>
      <vt:lpstr>Support is available!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Knapp</dc:creator>
  <cp:lastModifiedBy>Joseph Knapp</cp:lastModifiedBy>
  <cp:revision>1</cp:revision>
  <dcterms:created xsi:type="dcterms:W3CDTF">2024-11-06T18:40:38Z</dcterms:created>
  <dcterms:modified xsi:type="dcterms:W3CDTF">2024-11-07T18:20:08Z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0x01010099626B845F4AF648BD434C35B2F1509C</vt:lpwstr>
  </property>
</Properties>
</file>